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Automatic Fraud Detection — Bloc AIA 3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orchestration du pipeline de données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Les choix d'infrastructure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5"/>
          <p:cNvSpPr txBox="1"/>
          <p:nvPr/>
        </p:nvSpPr>
        <p:spPr>
          <a:xfrm>
            <a:off x="1261450" y="1017575"/>
            <a:ext cx="190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Une seule pile, deux environnements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3" name="Google Shape;183;p25"/>
          <p:cNvSpPr/>
          <p:nvPr/>
        </p:nvSpPr>
        <p:spPr>
          <a:xfrm>
            <a:off x="650300" y="1861675"/>
            <a:ext cx="23826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Conteneurs : une image applicative, une image Airflow, une image de développement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3264775" y="1861675"/>
            <a:ext cx="18561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Zone silver : collecte &amp; stockage – ingest.py, zone brute immuable, idempotence par curseur</a:t>
            </a:r>
            <a:r>
              <a:rPr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PySpark 4 et Iceberg, chaque écriture crée un instantané restaurable – ETL vers silver</a:t>
            </a:r>
            <a:endParaRPr/>
          </a:p>
        </p:txBody>
      </p:sp>
      <p:sp>
        <p:nvSpPr>
          <p:cNvPr id="185" name="Google Shape;185;p25"/>
          <p:cNvSpPr/>
          <p:nvPr/>
        </p:nvSpPr>
        <p:spPr>
          <a:xfrm>
            <a:off x="5352750" y="1861675"/>
            <a:ext cx="28773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Zone gold : consommation – score.py API FastAPI</a:t>
            </a:r>
            <a:b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Zone gold : dbt sur DuckDB — aucun service externe, donc aucune dépendance le jour J. ADR 0013, 0014, 0017.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 ADR 0008, 0016, 0018.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 – aujourd’hui pour dérive, pas encore pour fraude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 — ADR 0015, 0019,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 – revue quotidienne des paiements de la veille non couverte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manque, assumé par écrit : Kafka et le temps réel, le stockage objet, le déploiement public. Kubernetes est **écarté** pour la démonstration et décrit comme cible — ADR 0027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