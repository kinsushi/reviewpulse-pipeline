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8" r:id="rId18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4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industrialisation, déploiement et surveillance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Les choix d'infrastructure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Une seule pile, deux environnements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Conteneurs : une image applicative, une image Airflow, une image de développement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4 et Iceberg, chaque écriture crée un instantané restaurable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Zone gold : dbt sur DuckDB — aucun service externe, donc aucune dépendance le jour J. ADR 0013, 0014, 0017.</a:t></a:r><a:endParaRPr/></a:p></p:txBody></p:sp></p:spTree></p:cSld><p:clrMapOvr><a:masterClrMapping/></p:clrMapOvr>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déploiement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servi par alias, pas par copie de fichier : </a:t>
            </a:r>
            <a:r>
              <a:rPr b="1" lang="fr" sz="2400">
                <a:solidFill>
                  <a:schemeClr val="dk2"/>
                </a:solidFill>
              </a:rPr>
              <a:t>MLflow désigne une version `champion` ; l'API sert celle-là, et rien d'autre.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Barrière de promotion : </a:t>
            </a:r>
            <a:r>
              <a:rPr b="1" lang="fr" sz="2400">
                <a:solidFill>
                  <a:schemeClr val="dk2"/>
                </a:solidFill>
              </a:rPr>
              <a:t>F1 macro ≥ 0,75</a:t>
            </a:r>
            <a:r>
              <a:rPr lang="fr" sz="2400">
                <a:solidFill>
                  <a:schemeClr val="dk2"/>
                </a:solidFill>
              </a:rPr>
              <a:t xml:space="preserve"> et strictement meilleur que le champion en place (ADR 0008).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Constaté en conditions réelles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un modèle à métriques égales </a:t>
            </a:r>
            <a:r>
              <a:rPr b="1" lang="fr" sz="2400">
                <a:solidFill>
                  <a:schemeClr val="dk2"/>
                </a:solidFill>
              </a:rPr>
              <a:t>n'est pas promu</a:t>
            </a:r>
            <a:r>
              <a:rPr lang="fr" sz="2400">
                <a:solidFill>
                  <a:schemeClr val="dk2"/>
                </a:solidFill>
              </a:rPr>
              <a:t xml:space="preserve"> — la barrière l'a refusé.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Retour arrière : </a:t>
            </a:r>
            <a:r>
              <a:rPr b="1" lang="fr" sz="2400">
                <a:solidFill>
                  <a:schemeClr val="dk2"/>
                </a:solidFill>
              </a:rPr>
              <a:t>`make rollback VERSION=n`</a:t>
            </a:r>
            <a:r>
              <a:rPr lang="fr" sz="2400">
                <a:solidFill>
                  <a:schemeClr val="dk2"/>
                </a:solidFill>
              </a:rPr>
              <a:t xml:space="preserve"> rebascule l'alias, vérifié dans les deux sens le 19/09.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Registre sauvegardé </a:t>
            </a:r>
            <a:r>
              <a:rPr b="1" lang="fr" sz="2400">
                <a:solidFill>
                  <a:schemeClr val="dk2"/>
                </a:solidFill>
              </a:rPr>
              <a:t>hors du volume Docker</a:t>
            </a:r>
            <a:r>
              <a:rPr lang="fr" sz="2400">
                <a:solidFill>
                  <a:schemeClr val="dk2"/>
                </a:solidFill>
              </a:rPr>
              <a:t xml:space="preserve"> ; restauration essayée, versions et alias retrouvés.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Données : </a:t>
            </a:r>
            <a:r>
              <a:rPr b="1" lang="fr" sz="2400">
                <a:solidFill>
                  <a:schemeClr val="dk2"/>
                </a:solidFill>
              </a:rPr>
              <a:t>instantanés Iceberg</a:t>
            </a:r>
            <a:r>
              <a:rPr lang="fr" sz="2400">
                <a:solidFill>
                  <a:schemeClr val="dk2"/>
                </a:solidFill>
              </a:rPr>
              <a:t xml:space="preserve"> listés et restaurables par `make snapshots`.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16/09, la suppression d'un volume a détruit le registre. Le lac, lui, était sur le disque : il a survécu. D'où la sauvegarde. ADR 0008, 0016, 0018.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D</a:t>
            </a:r>
            <a:r>
              <a:rPr lang="fr" sz="1800">
                <a:solidFill>
                  <a:schemeClr val="dk2"/>
                </a:solidFill>
              </a:rPr>
              <a:t xml:space="preserve">éploiement et retour </a:t>
            </a:r>
            <a:r>
              <a:rPr lang="fr" sz="1800">
                <a:solidFill>
                  <a:schemeClr val="dk2"/>
                </a:solidFill>
              </a:rPr>
              <a:t>arrière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Surveillance et veille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mesuré à chaque passage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PSI des entrées, sur le flux naturel seul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Part des couples jeu/langue/jour hors des bornes de la charte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Alerte écrite hors du journal : fichier daté, horodatage UTC et commit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Réentraînement déclenché par la dérive, en dérivation du DAG quotidien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la mesure a corrigé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La dérive mesurait notre plan de collecte, pas la population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Fenêtre ancienne 85 % francophone contre récente 91 % anglophone : PSI 3,10 sur la langue, écarté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Seules les colonnes du modèle peuvent lever une alerte (ADR 0015 révisée)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Veille : AI Act, dérive, explicabilité linéaire exacte plutôt que SHAP — ADR 0015, 0019,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reste ouvert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Canal d'alerte externe, essai de charge, Kafka, stockage objet, déploiement public — cible Kubernetes documentée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