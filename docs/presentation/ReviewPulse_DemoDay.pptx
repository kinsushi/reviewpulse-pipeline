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Plus de 9 000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un instantané par écriture,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 : robuste aux fautes, explicable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Un autre modèle ferait-il mieux ? 9 candidats, mêmes plis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Régression logistique 0,812 · SVM 0,807 : égalité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XGBoost 0,735 · forêt aléatoire 0,719 · coût × 23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Règle écrite avant les résultats — ADR 0006, 0007, 0030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144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30 décisions écrites, ADR 0001 à 0030.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