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9 054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9 instantanés versionnés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43 tests verts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Pourquoi les n-grammes de caractères ?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Robustes aux fautes et aux variantes d'écriture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Entraînement en quelques secondes, explicable terme par terme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Seuil de décision appris, et non fixé à 0,5 — ADR 0006, 0007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0,797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0,931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0,634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73 verts</a:t>
            </a:r>
            <a:r>
              <a:rPr lang="fr" sz="2400">
                <a:solidFill>
                  <a:schemeClr val="dk2"/>
                </a:solidFill>
              </a:rPr>
              <a:t xml:space="preserve"> ; 16 mutations sur 16 détectées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Essai de charge de l'API : le référentiel demande l'orchestration sous charge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réemployable pour les blocs AIA et CDSD — 20 décisions écrites, ADR 0001 à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