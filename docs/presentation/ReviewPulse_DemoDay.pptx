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9 410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27 instantanés versionnés, chacun restaurable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30 tests déclarés dans les contrats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 — ADR 0006, 0007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0,650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131 verts</a:t>
            </a:r>
            <a:r>
              <a:rPr lang="fr" sz="2400">
                <a:solidFill>
                  <a:schemeClr val="dk2"/>
                </a:solidFill>
              </a:rPr>
              <a:t xml:space="preserve"> ; 27 mutations sur 27 détectées, en un seul passage en intégration continue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 · Essai de charge : 300 requêtes,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Mesure de biais par langue et par jeu : l'AI Act la demande, nous ne l'avons pas — ADR 0021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de briques réemployables — 29 décisions écrites, ADR 0001 à 0029. Chaque bloc garde son projet imposé : ce sont les briques qui circulent, pas le projet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