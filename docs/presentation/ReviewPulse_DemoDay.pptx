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Plus de 9 000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un instantané par écriture, chacun restaurable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30 tests déclarés dans les contrats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 : robuste aux fautes, explicable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Un autre modèle ferait-il mieux ? 9 candidats, mêmes plis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Régression logistique 0,812 · SVM 0,807 : égalité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XGBoost 0,735 · forêt aléatoire 0,719 · coût × 23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Règle écrite avant les résultats — ADR 0006, 0007, 0030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0,650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148 verts</a:t>
            </a:r>
            <a:r>
              <a:rPr lang="fr" sz="2400">
                <a:solidFill>
                  <a:schemeClr val="dk2"/>
                </a:solidFill>
              </a:rPr>
              <a:t xml:space="preserve"> ; 27 mutations sur 27 détectées, en un seul passage en intégration continue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30 décisions écrites, ADR 0001 à 0030.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